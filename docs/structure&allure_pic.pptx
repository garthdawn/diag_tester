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39" d="100"/>
          <a:sy n="139" d="100"/>
        </p:scale>
        <p:origin x="1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71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308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131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647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415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51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611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137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77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3916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87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DC1C1-A734-F940-90E6-44342456C46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ACC20-40DB-4343-AFC7-CFD4846A7B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543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garthdawn/diag_tester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C16D59-0649-174E-97D8-BE0A4FB9A735}"/>
              </a:ext>
            </a:extLst>
          </p:cNvPr>
          <p:cNvSpPr txBox="1"/>
          <p:nvPr/>
        </p:nvSpPr>
        <p:spPr>
          <a:xfrm>
            <a:off x="2526967" y="434385"/>
            <a:ext cx="4423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Pytest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Diag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 Test simulation Platform. </a:t>
            </a:r>
            <a:endParaRPr kumimoji="1"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704893-9E1A-8C49-B401-6F9F06BC5826}"/>
              </a:ext>
            </a:extLst>
          </p:cNvPr>
          <p:cNvSpPr txBox="1"/>
          <p:nvPr/>
        </p:nvSpPr>
        <p:spPr>
          <a:xfrm>
            <a:off x="1519514" y="973459"/>
            <a:ext cx="125707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333" i="1" dirty="0"/>
              <a:t>Code</a:t>
            </a:r>
            <a:r>
              <a:rPr kumimoji="1" lang="zh-CN" altLang="en-US" sz="1333" i="1" dirty="0"/>
              <a:t> </a:t>
            </a:r>
            <a:r>
              <a:rPr kumimoji="1" lang="en-US" altLang="zh-CN" sz="1333" i="1" dirty="0"/>
              <a:t>Structure:</a:t>
            </a:r>
            <a:endParaRPr kumimoji="1" lang="zh-CN" altLang="en-US" sz="1333" i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68721A-9260-7B4E-A938-3CDE0A05D27B}"/>
              </a:ext>
            </a:extLst>
          </p:cNvPr>
          <p:cNvSpPr txBox="1"/>
          <p:nvPr/>
        </p:nvSpPr>
        <p:spPr>
          <a:xfrm>
            <a:off x="2148052" y="5025640"/>
            <a:ext cx="4847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200" dirty="0"/>
              <a:t>Code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repo: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zh-CN" altLang="en-US" sz="1200" dirty="0"/>
              <a:t>               </a:t>
            </a:r>
            <a:r>
              <a:rPr kumimoji="1" lang="en-US" altLang="zh-CN" sz="1200" dirty="0"/>
              <a:t>git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clone</a:t>
            </a:r>
            <a:r>
              <a:rPr kumimoji="1" lang="zh-CN" altLang="en-US" sz="1200" dirty="0"/>
              <a:t> </a:t>
            </a:r>
            <a:r>
              <a:rPr kumimoji="1" lang="en-US" altLang="zh-CN" sz="1200" dirty="0">
                <a:hlinkClick r:id="rId2"/>
              </a:rPr>
              <a:t>https://github.com/garthdawn/diag_tester.git</a:t>
            </a:r>
            <a:endParaRPr lang="zh-CN" altLang="en-US" sz="12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682EF6-5D43-3E4F-8BE6-BEFAED35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88284"/>
            <a:ext cx="6848856" cy="369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90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FF0C5D0-D7FD-FE43-8E61-4AECD2DF6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139" y="925083"/>
            <a:ext cx="6516414" cy="38648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927ADA4-C6AB-BD47-813D-3818B5BF9FE8}"/>
              </a:ext>
            </a:extLst>
          </p:cNvPr>
          <p:cNvSpPr txBox="1"/>
          <p:nvPr/>
        </p:nvSpPr>
        <p:spPr>
          <a:xfrm>
            <a:off x="1322553" y="483660"/>
            <a:ext cx="2499402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Allure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Report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Overview</a:t>
            </a:r>
            <a:endParaRPr kumimoji="1" lang="zh-CN" altLang="en-US" sz="1667" dirty="0"/>
          </a:p>
        </p:txBody>
      </p:sp>
    </p:spTree>
    <p:extLst>
      <p:ext uri="{BB962C8B-B14F-4D97-AF65-F5344CB8AC3E}">
        <p14:creationId xmlns:p14="http://schemas.microsoft.com/office/powerpoint/2010/main" val="58449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927ADA4-C6AB-BD47-813D-3818B5BF9FE8}"/>
              </a:ext>
            </a:extLst>
          </p:cNvPr>
          <p:cNvSpPr txBox="1"/>
          <p:nvPr/>
        </p:nvSpPr>
        <p:spPr>
          <a:xfrm>
            <a:off x="1322553" y="483660"/>
            <a:ext cx="3653564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Allure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Report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 err="1">
                <a:solidFill>
                  <a:srgbClr val="000000"/>
                </a:solidFill>
                <a:latin typeface="Arial" panose="020B0604020202020204" pitchFamily="34" charset="0"/>
              </a:rPr>
              <a:t>test_display_slot_info</a:t>
            </a:r>
            <a:endParaRPr kumimoji="1" lang="zh-CN" altLang="en-US" sz="1667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F9E714-AAAC-EA40-8764-C97B5774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26" y="1207882"/>
            <a:ext cx="7111318" cy="368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6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927ADA4-C6AB-BD47-813D-3818B5BF9FE8}"/>
              </a:ext>
            </a:extLst>
          </p:cNvPr>
          <p:cNvSpPr txBox="1"/>
          <p:nvPr/>
        </p:nvSpPr>
        <p:spPr>
          <a:xfrm>
            <a:off x="1322553" y="483660"/>
            <a:ext cx="4291559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Allure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Report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 err="1">
                <a:solidFill>
                  <a:srgbClr val="FF0000"/>
                </a:solidFill>
                <a:latin typeface="Arial" panose="020B0604020202020204" pitchFamily="34" charset="0"/>
              </a:rPr>
              <a:t>test_find_log_in_time_range</a:t>
            </a:r>
            <a:endParaRPr kumimoji="1" lang="zh-CN" altLang="en-US" sz="1667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247FD6-3A33-234D-BF57-175CEABC8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8" y="1340700"/>
            <a:ext cx="8929203" cy="347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4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927ADA4-C6AB-BD47-813D-3818B5BF9FE8}"/>
              </a:ext>
            </a:extLst>
          </p:cNvPr>
          <p:cNvSpPr txBox="1"/>
          <p:nvPr/>
        </p:nvSpPr>
        <p:spPr>
          <a:xfrm>
            <a:off x="1322553" y="483660"/>
            <a:ext cx="4459875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Allure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Report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 err="1">
                <a:solidFill>
                  <a:srgbClr val="000000"/>
                </a:solidFill>
                <a:latin typeface="Arial" panose="020B0604020202020204" pitchFamily="34" charset="0"/>
              </a:rPr>
              <a:t>test_diagnostic_show_version</a:t>
            </a:r>
            <a:endParaRPr kumimoji="1" lang="zh-CN" altLang="en-US" sz="1667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82626C-225A-944D-A13D-EC091ABA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99" y="967153"/>
            <a:ext cx="8340801" cy="416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1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927ADA4-C6AB-BD47-813D-3818B5BF9FE8}"/>
              </a:ext>
            </a:extLst>
          </p:cNvPr>
          <p:cNvSpPr txBox="1"/>
          <p:nvPr/>
        </p:nvSpPr>
        <p:spPr>
          <a:xfrm>
            <a:off x="1322553" y="483660"/>
            <a:ext cx="4600940" cy="34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Allure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Report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kumimoji="1" lang="zh-CN" altLang="en-US" sz="1667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667" dirty="0" err="1">
                <a:solidFill>
                  <a:srgbClr val="000000"/>
                </a:solidFill>
                <a:latin typeface="Arial" panose="020B0604020202020204" pitchFamily="34" charset="0"/>
              </a:rPr>
              <a:t>test_diagnostic_show_memory</a:t>
            </a:r>
            <a:endParaRPr kumimoji="1" lang="zh-CN" altLang="en-US" sz="1667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9D3C95-DC33-C449-B08F-4A4C738CC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2" y="1069555"/>
            <a:ext cx="7983415" cy="389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76</Words>
  <Application>Microsoft Macintosh PowerPoint</Application>
  <PresentationFormat>全屏显示(16:10)</PresentationFormat>
  <Paragraphs>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Rachel</dc:creator>
  <cp:lastModifiedBy>Rachel</cp:lastModifiedBy>
  <cp:revision>15</cp:revision>
  <dcterms:created xsi:type="dcterms:W3CDTF">2025-07-21T07:01:46Z</dcterms:created>
  <dcterms:modified xsi:type="dcterms:W3CDTF">2025-07-24T23:57:55Z</dcterms:modified>
</cp:coreProperties>
</file>